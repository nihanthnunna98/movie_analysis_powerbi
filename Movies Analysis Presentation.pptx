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3" r:id="rId4"/>
    <p:sldId id="275" r:id="rId5"/>
    <p:sldId id="264" r:id="rId6"/>
    <p:sldId id="276" r:id="rId7"/>
    <p:sldId id="265" r:id="rId8"/>
    <p:sldId id="277" r:id="rId9"/>
    <p:sldId id="266" r:id="rId10"/>
    <p:sldId id="278" r:id="rId11"/>
    <p:sldId id="267" r:id="rId12"/>
    <p:sldId id="268" r:id="rId13"/>
    <p:sldId id="259" r:id="rId14"/>
    <p:sldId id="274" r:id="rId15"/>
  </p:sldIdLst>
  <p:sldSz cx="12192000" cy="6858000"/>
  <p:notesSz cx="6858000" cy="9144000"/>
  <p:embeddedFontLst>
    <p:embeddedFont>
      <p:font typeface="Libre Baskerville" panose="02000000000000000000" pitchFamily="2" charset="0"/>
      <p:regular r:id="rId17"/>
      <p:bold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1948" y="4743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b="1" dirty="0"/>
              <a:t>Movie Analysis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4930AD0-DD1D-E621-24BC-84DF135E159A}"/>
              </a:ext>
            </a:extLst>
          </p:cNvPr>
          <p:cNvSpPr txBox="1"/>
          <p:nvPr/>
        </p:nvSpPr>
        <p:spPr>
          <a:xfrm>
            <a:off x="8200547" y="5428102"/>
            <a:ext cx="21153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FF0000"/>
                </a:solidFill>
                <a:latin typeface="Aptos Display" panose="020B0004020202020204" pitchFamily="34" charset="0"/>
              </a:rPr>
              <a:t>PRESENTED BY :</a:t>
            </a:r>
          </a:p>
          <a:p>
            <a:r>
              <a:rPr lang="en-IN" b="1" dirty="0" err="1">
                <a:latin typeface="Aptos Display" panose="020B0004020202020204" pitchFamily="34" charset="0"/>
              </a:rPr>
              <a:t>Panjala</a:t>
            </a:r>
            <a:r>
              <a:rPr lang="en-IN" b="1" dirty="0">
                <a:latin typeface="Aptos Display" panose="020B0004020202020204" pitchFamily="34" charset="0"/>
              </a:rPr>
              <a:t> Rohit </a:t>
            </a:r>
            <a:br>
              <a:rPr lang="en-IN" b="1" dirty="0">
                <a:latin typeface="Aptos Display" panose="020B0004020202020204" pitchFamily="34" charset="0"/>
              </a:rPr>
            </a:br>
            <a:r>
              <a:rPr lang="en-IN" b="1" dirty="0">
                <a:latin typeface="Aptos Display" panose="020B0004020202020204" pitchFamily="34" charset="0"/>
              </a:rPr>
              <a:t>Nunna Siva Nihanth</a:t>
            </a:r>
          </a:p>
          <a:p>
            <a:r>
              <a:rPr lang="en-IN" b="1" dirty="0">
                <a:solidFill>
                  <a:srgbClr val="FF0000"/>
                </a:solidFill>
                <a:latin typeface="Aptos Display" panose="020B0004020202020204" pitchFamily="34" charset="0"/>
              </a:rPr>
              <a:t>BATCH NO </a:t>
            </a:r>
            <a:r>
              <a:rPr lang="en-IN" b="1" dirty="0">
                <a:latin typeface="Aptos Display" panose="020B0004020202020204" pitchFamily="34" charset="0"/>
              </a:rPr>
              <a:t>: 493</a:t>
            </a:r>
          </a:p>
          <a:p>
            <a:endParaRPr lang="en-IN" b="1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7EAF88-AEEB-EBCC-0A93-00F07E1AAD4B}"/>
              </a:ext>
            </a:extLst>
          </p:cNvPr>
          <p:cNvSpPr txBox="1"/>
          <p:nvPr/>
        </p:nvSpPr>
        <p:spPr>
          <a:xfrm>
            <a:off x="649817" y="31414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4206F7-E8A7-E417-49ED-7097EB655CB1}"/>
              </a:ext>
            </a:extLst>
          </p:cNvPr>
          <p:cNvSpPr>
            <a:spLocks noGrp="1"/>
          </p:cNvSpPr>
          <p:nvPr/>
        </p:nvSpPr>
        <p:spPr>
          <a:xfrm>
            <a:off x="287868" y="1646766"/>
            <a:ext cx="5655733" cy="3564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movie industry data to identify revenue trends, audience preferences, and genre performance.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 Production companies struggle to identify factors affecting movie success and profitability.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Build an interactive dashboard for data-driven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62E9-8EBE-D226-0BB1-481B2F20CEE3}"/>
              </a:ext>
            </a:extLst>
          </p:cNvPr>
          <p:cNvSpPr>
            <a:spLocks noGrp="1"/>
          </p:cNvSpPr>
          <p:nvPr/>
        </p:nvSpPr>
        <p:spPr>
          <a:xfrm>
            <a:off x="313268" y="135468"/>
            <a:ext cx="8873066" cy="922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1 – Movie Overview &amp; Time Trends</a:t>
            </a:r>
            <a:r>
              <a:rPr lang="en-IN" sz="3200" b="1" dirty="0">
                <a:solidFill>
                  <a:srgbClr val="FF0000"/>
                </a:solidFill>
              </a:rPr>
              <a:t>-------------------------------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D7522-E7CD-A72C-2978-422EE340B46A}"/>
              </a:ext>
            </a:extLst>
          </p:cNvPr>
          <p:cNvSpPr>
            <a:spLocks noGrp="1"/>
          </p:cNvSpPr>
          <p:nvPr/>
        </p:nvSpPr>
        <p:spPr>
          <a:xfrm>
            <a:off x="194734" y="1117601"/>
            <a:ext cx="7154333" cy="478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included: Total Movies, Total Revenue, Avg IMDb Rating, Avg Runtime.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show yearly movie releases, revenue growth, runtime trends, and rating trends.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Movie releases and revenue increased significantly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AF9599E-DD20-7405-7D9E-7BC0249CA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67"/>
            <a:ext cx="12291494" cy="679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71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7B1B3-236E-579F-CAAB-590D0CF15875}"/>
              </a:ext>
            </a:extLst>
          </p:cNvPr>
          <p:cNvSpPr>
            <a:spLocks noGrp="1"/>
          </p:cNvSpPr>
          <p:nvPr/>
        </p:nvSpPr>
        <p:spPr>
          <a:xfrm>
            <a:off x="245535" y="93133"/>
            <a:ext cx="8661401" cy="78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2 – Genre &amp; Rating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04640-70FB-3FC3-2797-3BBE3EBC42DC}"/>
              </a:ext>
            </a:extLst>
          </p:cNvPr>
          <p:cNvSpPr>
            <a:spLocks noGrp="1"/>
          </p:cNvSpPr>
          <p:nvPr/>
        </p:nvSpPr>
        <p:spPr>
          <a:xfrm>
            <a:off x="245535" y="880533"/>
            <a:ext cx="6485465" cy="294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movie distribution across genres.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genre-wise revenue, ratings, votes,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metascores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Action and Adventure genres generated high revenue while Drama received higher ratings.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6431449-9D6A-FC85-92C5-88AF3DA68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5533"/>
            <a:ext cx="12152842" cy="701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81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3152-C8C9-27AC-8CF0-7A09A5125534}"/>
              </a:ext>
            </a:extLst>
          </p:cNvPr>
          <p:cNvSpPr>
            <a:spLocks noGrp="1"/>
          </p:cNvSpPr>
          <p:nvPr/>
        </p:nvSpPr>
        <p:spPr>
          <a:xfrm>
            <a:off x="-84668" y="287867"/>
            <a:ext cx="9482667" cy="855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3 – Top </a:t>
            </a:r>
            <a:r>
              <a:rPr sz="3500" b="1" dirty="0">
                <a:solidFill>
                  <a:srgbClr val="FF0000"/>
                </a:solidFill>
              </a:rPr>
              <a:t>Performers</a:t>
            </a:r>
            <a:r>
              <a:rPr sz="3200" b="1" dirty="0">
                <a:solidFill>
                  <a:srgbClr val="FF0000"/>
                </a:solidFill>
              </a:rPr>
              <a:t> &amp; Box Office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2054-E24A-70C8-6441-4D28EC885192}"/>
              </a:ext>
            </a:extLst>
          </p:cNvPr>
          <p:cNvSpPr>
            <a:spLocks noGrp="1"/>
          </p:cNvSpPr>
          <p:nvPr/>
        </p:nvSpPr>
        <p:spPr>
          <a:xfrm>
            <a:off x="177800" y="1271852"/>
            <a:ext cx="5571067" cy="2758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 directors and movies based on revenue and votes.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used to compare ratings vs revenue.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A few blockbuster movies contribute major revenue share.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9B3A6D5-6D7D-3D36-D7A0-CE58C1A1DA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54A093F-155F-D1C0-C159-BD218F910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071" y="-1"/>
            <a:ext cx="1229918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29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77A6-C4D4-E19A-47F6-DEDE2BC45A4E}"/>
              </a:ext>
            </a:extLst>
          </p:cNvPr>
          <p:cNvSpPr>
            <a:spLocks noGrp="1"/>
          </p:cNvSpPr>
          <p:nvPr/>
        </p:nvSpPr>
        <p:spPr>
          <a:xfrm>
            <a:off x="76200" y="313267"/>
            <a:ext cx="9728199" cy="7027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Dashboard 4 – Correlation &amp; Advanced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C06B5-DF73-631B-05F0-909100481B5A}"/>
              </a:ext>
            </a:extLst>
          </p:cNvPr>
          <p:cNvSpPr>
            <a:spLocks noGrp="1"/>
          </p:cNvSpPr>
          <p:nvPr/>
        </p:nvSpPr>
        <p:spPr>
          <a:xfrm>
            <a:off x="76201" y="1166018"/>
            <a:ext cx="5427132" cy="2779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relationships between revenue, ratings, runtime, and votes.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revenue trends by genre and year.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Higher audience engagement often leads to higher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DCF725D5-3D8D-0615-88C9-9AEE0ECE2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6"/>
            <a:ext cx="12039600" cy="675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97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3DEF-90A1-EE9D-8BE8-110DF6B40BD9}"/>
              </a:ext>
            </a:extLst>
          </p:cNvPr>
          <p:cNvSpPr>
            <a:spLocks noGrp="1"/>
          </p:cNvSpPr>
          <p:nvPr/>
        </p:nvSpPr>
        <p:spPr>
          <a:xfrm>
            <a:off x="76199" y="321734"/>
            <a:ext cx="4995334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09768-FB50-B54A-BB62-8A603E17A0E4}"/>
              </a:ext>
            </a:extLst>
          </p:cNvPr>
          <p:cNvSpPr>
            <a:spLocks noGrp="1"/>
          </p:cNvSpPr>
          <p:nvPr/>
        </p:nvSpPr>
        <p:spPr>
          <a:xfrm>
            <a:off x="76200" y="1106753"/>
            <a:ext cx="6493934" cy="2322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 votes strongly influence movie popularity.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directors consistently perform better.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and revenue show a partial positive correlation.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trends change over time based on audience preference.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93AB-B6BE-07E1-99FD-48350990F960}"/>
              </a:ext>
            </a:extLst>
          </p:cNvPr>
          <p:cNvSpPr>
            <a:spLocks noGrp="1"/>
          </p:cNvSpPr>
          <p:nvPr/>
        </p:nvSpPr>
        <p:spPr>
          <a:xfrm>
            <a:off x="279401" y="347132"/>
            <a:ext cx="6612466" cy="588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Recommendations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70CCB-82B7-AABA-C4D9-038B4701A871}"/>
              </a:ext>
            </a:extLst>
          </p:cNvPr>
          <p:cNvSpPr>
            <a:spLocks noGrp="1"/>
          </p:cNvSpPr>
          <p:nvPr/>
        </p:nvSpPr>
        <p:spPr>
          <a:xfrm>
            <a:off x="101600" y="1045632"/>
            <a:ext cx="5604933" cy="2442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Invest in high-performing genres and audience-focused marketing.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analytics for content planning and investment decisions.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Data cleaning, KPI creation, and dashboard interactivity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301</Words>
  <Application>Microsoft Office PowerPoint</Application>
  <PresentationFormat>Widescreen</PresentationFormat>
  <Paragraphs>34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 Display</vt:lpstr>
      <vt:lpstr>Arial</vt:lpstr>
      <vt:lpstr>Libre Baskerville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Nihanth Nunna</cp:lastModifiedBy>
  <cp:revision>6</cp:revision>
  <dcterms:created xsi:type="dcterms:W3CDTF">2021-02-16T05:19:01Z</dcterms:created>
  <dcterms:modified xsi:type="dcterms:W3CDTF">2026-05-15T07:42:43Z</dcterms:modified>
</cp:coreProperties>
</file>